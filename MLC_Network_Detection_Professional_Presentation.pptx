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16459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875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Network Anomaly Detection</a:t>
            </a:r>
            <a:br/>
            <a:r>
              <a:t>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6E6"/>
                </a:solidFill>
              </a:defRPr>
            </a:pPr>
            <a:r>
              <a:t>MLC Network Detection System | IoT-23 Dataset | Streamlit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Department of Computer Science and Engineering, ITER, SIKSHA O ANUSANDHAN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Cybersecurity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Internet-connected systems produce massive network traffic.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Cyberattacks are increasing across IoT, cloud, and enterprise systems.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Security teams need automated tools to identify abnormal behavior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Network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Network traffic describes communication between devices.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An anomaly is behavior that differs from expected normal traffic.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IDS systems monitor traffic and flag suspicious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Signature-based systems detect known attacks only.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Zero-day attacks do not have predefined rules.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Large traffic logs are difficult to inspect manually.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The goal is to classify traffic as Benign or Malicious.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IoT devices are common malware and botnet targets.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Attackers change behavior to bypass fixed rules.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Machine learning can learn traffic patterns from historical data.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 deployed app makes the model usable for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Use ML models to detect abnormal network traffic.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Compare supervised and anomaly detection algorithms.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Save the best model as a .pkl file.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Deploy the model in Streamlit for prediction and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Clean and understand the IoT-23 dataset.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Perform EDA and feature engineering.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Train Bagging, Boosting, and anomaly detection models.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Evaluate with accuracy, precision, recall, and F1-score.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Build an interactive Streamlit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Signature IDS and rule-based firewalls depend on known patterns.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Manual rule updates reduce adaptability.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Single-model systems may overfit or miss evolving attack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206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Data flows from IoT-23 logs to preprocessing, modeling, saved .pkl, and Streamlit prediction.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Training and deployment are separated so the app does not retrain the model.</a:t>
            </a:r>
          </a:p>
        </p:txBody>
      </p:sp>
      <p:pic>
        <p:nvPicPr>
          <p:cNvPr id="5" name="Picture 4" descr="fig_07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6217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Dataset Used: IoT-23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IoT-23 contains labeled benign and malicious IoT traffic.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Features include ports, protocol, service, duration, bytes, packets, state, and label.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50,000 rows were used for efficient experimentation.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Numeric features measure traffic volume and timing.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Categorical features describe protocol, service, connection state, and packet history.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The raw label was converted into Benign and Malicious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Missing values were handled using imputation.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Categorical variables were encoded using OneHotEncoder.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Numeric values were scaled using StandardScaler.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 ColumnTransformer pipeline kept training and prediction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EDA: Class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206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Class distribution shows the balance between benign and malicious records.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This helps interpret accuracy and recall correctly.</a:t>
            </a:r>
          </a:p>
        </p:txBody>
      </p:sp>
      <p:pic>
        <p:nvPicPr>
          <p:cNvPr id="5" name="Picture 4" descr="fig_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6217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EDA: Feature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206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Bytes, packets, duration, and ratios show traffic behavior.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Correlation analysis reveals related network features.</a:t>
            </a:r>
          </a:p>
        </p:txBody>
      </p:sp>
      <p:pic>
        <p:nvPicPr>
          <p:cNvPr id="5" name="Picture 4" descr="fig_03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6217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New features convert raw logs into behavior signals.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Examples: total bytes, total packets, bytes per packet, traffic ratios, hour, and port type.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These features make attack patterns easier for models to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206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Random Forest feature importance explains model decisions.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Port behavior, connection state, packet counts, and byte values are strong indicators.</a:t>
            </a:r>
          </a:p>
        </p:txBody>
      </p:sp>
      <p:pic>
        <p:nvPicPr>
          <p:cNvPr id="5" name="Picture 4" descr="fig_06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6217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Isolation Forest detects unusual records by isolation.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One-Class SVM learns a normal-traffic boundary.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Autoencoder detects high reconstruction error.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Random Forest gives strong supervised classification.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Bagging and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206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Bagging reduces variance by combining many learners.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Boosting corrects earlier mistakes sequentially.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Both improve stability and prediction performance.</a:t>
            </a:r>
          </a:p>
        </p:txBody>
      </p:sp>
      <p:pic>
        <p:nvPicPr>
          <p:cNvPr id="5" name="Picture 4" descr="fig_04_ensembl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6217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80 percent data used for training and 20 percent for testing.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The preprocessing and model were connected through sklearn Pipeline.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The best model was saved as best_network_anomaly_model.pkl.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Accuracy measures overall correctness.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Precision reduces false alarms.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Recall is critical because missed attacks are dangerous.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F1-score balances precision and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Ensemble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840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12529"/>
                </a:solidFill>
              </a:defRPr>
            </a:pPr>
            <a:r>
              <a:t>Decision Tree Bagging and Gradient Boosting reached perfect accuracy in the test split.</a:t>
            </a:r>
          </a:p>
          <a:p>
            <a:pPr>
              <a:spcAft>
                <a:spcPts val="900"/>
              </a:spcAft>
              <a:defRPr sz="1500">
                <a:solidFill>
                  <a:srgbClr val="212529"/>
                </a:solidFill>
              </a:defRPr>
            </a:pPr>
            <a:r>
              <a:t>AdaBoost performed slightly lower but still strong.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3440" y="1234440"/>
          <a:ext cx="6903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4"/>
                <a:gridCol w="1380744"/>
                <a:gridCol w="1380744"/>
                <a:gridCol w="1380744"/>
                <a:gridCol w="1380744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Acc.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Prec.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Bagging 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Hist 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Random Forest 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AdaBoost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Independent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840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12529"/>
                </a:solidFill>
              </a:defRPr>
            </a:pPr>
            <a:r>
              <a:t>Random Forest was selected as the best saved model.</a:t>
            </a:r>
          </a:p>
          <a:p>
            <a:pPr>
              <a:spcAft>
                <a:spcPts val="900"/>
              </a:spcAft>
              <a:defRPr sz="1500">
                <a:solidFill>
                  <a:srgbClr val="212529"/>
                </a:solidFill>
              </a:defRPr>
            </a:pPr>
            <a:r>
              <a:t>Isolation Forest and One-Class SVM had perfect recall but more false positives.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3440" y="1234440"/>
          <a:ext cx="6903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4"/>
                <a:gridCol w="1380744"/>
                <a:gridCol w="1380744"/>
                <a:gridCol w="1380744"/>
                <a:gridCol w="1380744"/>
              </a:tblGrid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Acc.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Prec.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62D4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0.8350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One-Class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0.8334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Autoencoder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0.8158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0.8113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Streamlit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42062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The app loads the saved .pkl model using joblib.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Users can enter manual traffic or select one testing_data.csv row.</a:t>
            </a:r>
          </a:p>
          <a:p>
            <a:pPr>
              <a:spcAft>
                <a:spcPts val="900"/>
              </a:spcAft>
              <a:defRPr sz="1600">
                <a:solidFill>
                  <a:srgbClr val="212529"/>
                </a:solidFill>
              </a:defRPr>
            </a:pPr>
            <a:r>
              <a:t>The app displays prediction, confidence, and traffic charts.</a:t>
            </a:r>
          </a:p>
        </p:txBody>
      </p:sp>
      <p:pic>
        <p:nvPicPr>
          <p:cNvPr id="5" name="Picture 4" descr="fig_08_streamli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62179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Applications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Applications: enterprise security, IoT protection, cloud monitoring, education.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Future work: live packet capture, batch CSV prediction, cloud deployment, XAI, alerting, SIEM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The project implements a complete ML workflow from data to deployment.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Random Forest achieved 0.9979 accuracy and 0.9981 F1-score.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Streamlit turns the saved model into an interactive prediction system.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Final output: usable MLC Network Detection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D45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IoT-23 dataset: Stratosphere/CTU references.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Streamlit documentation: docs.streamlit.io.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Scikit-learn documentation: RandomForestClassifier and preprocessing tools.</a:t>
            </a:r>
          </a:p>
          <a:p>
            <a:pPr>
              <a:spcAft>
                <a:spcPts val="900"/>
              </a:spcAft>
              <a:defRPr sz="1900">
                <a:solidFill>
                  <a:srgbClr val="212529"/>
                </a:solidFill>
              </a:defRPr>
            </a:pPr>
            <a:r>
              <a:t>KDD Cup 1999 dataset: ACM SIGKDD benchmark.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